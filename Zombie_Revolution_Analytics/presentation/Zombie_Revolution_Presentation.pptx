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0312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🎮 ZOMBIE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B4D8"/>
                </a:solidFill>
              </a:defRPr>
            </a:pPr>
            <a:r>
              <a:t>Аналитический отчёт по ключевым метрикам игры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D99AE"/>
                </a:solidFill>
              </a:defRPr>
            </a:pPr>
            <a:r>
              <a:t>Результаты анализа пользовательской активности,</a:t>
            </a:r>
            <a:br/>
            <a:r>
              <a:t>маркетинга и монетизации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</a:defRPr>
            </a:pPr>
            <a:r>
              <a:t>Подготовлено отделом аналитики  • 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СОДЕРЖАНИЕ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1.  Общие показатели игры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99AE"/>
                </a:solidFill>
              </a:defRPr>
            </a:pPr>
            <a:r>
              <a:t>2.  Технические проблемы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3.  Результаты маркетинговой акции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99AE"/>
                </a:solidFill>
              </a:defRPr>
            </a:pPr>
            <a:r>
              <a:t>4.  Финансовые метрики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5.  Вирусность игры (K-factor)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99AE"/>
                </a:solidFill>
              </a:defRPr>
            </a:pPr>
            <a:r>
              <a:t>6.  Новый канал привлечения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7.  Лояльные пользователи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D99AE"/>
                </a:solidFill>
              </a:defRPr>
            </a:pPr>
            <a:r>
              <a:t>8.  Выводы и рекомендации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1. ОБЩИЕ ПОКАЗАТЕЛИ ИГРЫ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2,447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Всего игроков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7160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23,899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Всего сессий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7160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</a:defRPr>
            </a:pPr>
            <a:r>
              <a:t>146.05 мин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Ср. длина сессии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37160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1C"/>
                </a:solidFill>
              </a:defRPr>
            </a:pPr>
            <a:r>
              <a:t>1,544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Пик MAU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Ключевые выводы: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Игра привлекла 2,447 уникальных игроков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Среднее время сессии — 146.05 мин (~2.5 часа), что говорит о высокой вовлечённости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Пиковое значение MAU достигнуто в марте 2023 — 1,544 пользователей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Наблюдается устойчивая динамика роста аудитории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743200"/>
            <a:ext cx="56692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2. ТЕХНИЧЕСКИЕ ПРОБЛЕМЫ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27,161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Всего записей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37160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76F"/>
                </a:solidFill>
              </a:defRPr>
            </a:pPr>
            <a:r>
              <a:t>3,262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Проблемных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37160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50876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76F"/>
                </a:solidFill>
              </a:defRPr>
            </a:pPr>
            <a:r>
              <a:t>12.01%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2057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Доля проблем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⚠️ Проблема: сессии без окончания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12.01% сессий не имеют записи об окончании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iOS: 18.98% проблемных сессий (3,184 из 16,773)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Android: 0.75% проблемных (78 из 10,388)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Основная проблема сконцентрирована на iOS-устройствах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Рекомендация: провести техническую ревизию iOS-клиента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692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 МАРКЕТИНГОВАЯ АКЦИЯ — АКТИВНОСТЬ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1,544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MAU (мар 2023)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</a:defRPr>
            </a:pPr>
            <a:r>
              <a:t>+700.0%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Рост MAU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193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MAU (старт)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📈 Результаты: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MAU вырос в 8.0x раз за период наблюдения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Максимальный рост наблюдался в марте 2023 (+122% к предыдущему месяцу)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Sticky Factor показывает стабильное ядро аудитории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Маркетинговые акции положительно влияют на приток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56692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 ФИНАНСОВЫЕ МЕТРИКИ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192,416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Общий объём покупок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</a:defRPr>
            </a:pPr>
            <a:r>
              <a:t>907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Платящих (всего)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1C"/>
                </a:solidFill>
              </a:defRPr>
            </a:pPr>
            <a:r>
              <a:t>212.1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Ср. покупка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68580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952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💰 Ключевые выводы: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2918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Пиковый месяц — март 2023: 198 платящих игроков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Объём покупок вырос в 2.8x раз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Каждый платящий совершает ~1 транзакцию/мес.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В апреле наблюдается сезонная коррекция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4.1 СТОИМОСТЬ КРИСТАЛЛОВ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💎 Изменения цены Gold Coins: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Начальная цена: 34 кристалла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С 05.01.2022: повышение до 40 кр. (+17.6%)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С 01.01.2023: повышение до 56 кр. (+40.0%)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Общий рост за период: +64.7%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Также изменилась цена AK-47: 200 → 160 (-20%)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Цена Crystals (id 133): 17 → 22 (+29.4%)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572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</a:defRPr>
            </a:pPr>
            <a:r>
              <a:t>📌 Вывод: повышение цен на кристаллы не привело к</a:t>
            </a:r>
            <a:br/>
            <a:r>
              <a:t>снижению объёма покупок → спрос эластичен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5. ВИРУСНОСТЬ ИГРЫ (K-FACTOR)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1C"/>
                </a:solidFill>
              </a:defRPr>
            </a:pPr>
            <a:r>
              <a:t>0.92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K-factor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79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342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Ср. когорта/мес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28016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41731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</a:defRPr>
            </a:pPr>
            <a:r>
              <a:t>314.89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965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Прогноз прироста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🔄 Что такое K-factor?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K-factor = количество пригласивших / общее число пользователей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 = 0.92 — на каждого игрока приходится 0.92 приглашённых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 &lt; 1 означает, что вирусного роста пока недостаточно для самоподдержания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Средний размер когорты: 342 новых игроков/мес.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Прогнозируемый органический прирост: ~315 игроков/мес.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Рекомендация: усилить реферальную программу до K &gt; 1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НОВЫЙ КАНАЛ ПРИВЛЕЧЕНИЯ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</a:defRPr>
            </a:pPr>
            <a:r>
              <a:t>Ноябрь–декабрь 2022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426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MAU Ноябрь 2022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4592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79" y="1783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390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2331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MAU Декабрь 2022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64592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7830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</a:defRPr>
            </a:pPr>
            <a:r>
              <a:t>+8.4%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3317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Рост к Октябрю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Результаты нового канала: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MAU вырос с 393 (октябрь) до 426 (ноябрь) — +8.4%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В декабре наблюдалось снижение до 390 (-8.5%)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Однако в январе 2023 последовал мощный рост до 536 (+37.4%)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Новый канал дал первичный импульс, но основной эффект проявился в Q1 2023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Рекомендация: масштабировать этот канал в следующих кампаниях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6692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ЛОЯЛЬНЫЕ ПОЛЬЗОВАТЕЛИ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👥 Определение лояльного пользователя: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Пригласил ≥ 3 друзей (count &gt;= 3)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Хотя бы 1 из приглашённых зарегистрировался (sum(ref_reg) &gt;= 1)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Критерий crit_invite — комбинация количества и качества рефералов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5467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B4D8"/>
                </a:solidFill>
              </a:defRPr>
            </a:pPr>
            <a:r>
              <a:t>532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Пик LMAU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301752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315467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6D6A0"/>
                </a:solidFill>
              </a:defRPr>
            </a:pPr>
            <a:r>
              <a:t>37.2%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3703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Ср. доля лояльных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017520"/>
            <a:ext cx="2011680" cy="1188720"/>
          </a:xfrm>
          <a:prstGeom prst="rect">
            <a:avLst/>
          </a:prstGeom>
          <a:solidFill>
            <a:srgbClr val="22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315467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F1C"/>
                </a:solidFill>
              </a:defRPr>
            </a:pPr>
            <a:r>
              <a:t>6.9x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703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8D99AE"/>
                </a:solidFill>
              </a:defRPr>
            </a:pPr>
            <a:r>
              <a:t>Рост LMAU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914400"/>
            <a:ext cx="5943600" cy="3840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6D6A0"/>
                </a:solidFill>
              </a:defRPr>
            </a:pPr>
            <a:r>
              <a:t>📌 Лояльные пользователи составляют стабильное ядро аудитории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D99AE"/>
                </a:solidFill>
              </a:defRPr>
            </a:pPr>
            <a:r>
              <a:t>Доля LMAU от MAU держится в среднем на уровне 37.2%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ВЫВОДЫ И РЕКОМЕНДАЦИИ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</a:defRPr>
            </a:pPr>
            <a:r>
              <a:t>✅ Ключевые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Аудитория выросла с 193 до 1,544 MAU (x8.0)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2,447 уникальных игроков, среднее время в игре — 2.5 часа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Объём покупок вырос в 2.8x раз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K-factor = 0.92, прогнозируемый прирост ~315/мес.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Лояльные пользователи — 37.2% аудитории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C"/>
                </a:solidFill>
              </a:defRPr>
            </a:pPr>
            <a:r>
              <a:t>🎯 Рекомендации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Исправить техническую проблему iOS (18.98% потерянных сессий)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Усилить реферальную программу (K-factor → &gt; 1.0)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Масштабировать новый канал привлечения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Стоимость кристаллов может быть ещё повышена — спрос эластичен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Работать с лояльной аудиторией — это самый ценный сегмент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Планировать маркетинговые акции на Q1 — пиковый период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</a:defRPr>
            </a:pPr>
            <a:r>
              <a:t>📊 Итого: игра находится в фазе активного роста.</a:t>
            </a:r>
            <a:br/>
            <a:r>
              <a:t>Основные риски — технические проблемы iOS и зависимость от платного привлечения.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291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B4D8"/>
                </a:solidFill>
              </a:defRPr>
            </a:pPr>
            <a:r>
              <a:t>🎮 Zombie Revolution — Аналитический отчёт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D99AE"/>
                </a:solidFill>
              </a:defRPr>
            </a:pPr>
            <a:r>
              <a:t>Готов ответить на ваши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